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ab2f045b1_0_0:notes"/>
          <p:cNvSpPr/>
          <p:nvPr>
            <p:ph idx="2" type="sldImg"/>
          </p:nvPr>
        </p:nvSpPr>
        <p:spPr>
          <a:xfrm>
            <a:off x="1893282" y="685965"/>
            <a:ext cx="3071400" cy="3429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cab2f045b1_0_0:notes"/>
          <p:cNvSpPr txBox="1"/>
          <p:nvPr>
            <p:ph idx="1" type="body"/>
          </p:nvPr>
        </p:nvSpPr>
        <p:spPr>
          <a:xfrm>
            <a:off x="685801" y="4343409"/>
            <a:ext cx="5486400" cy="4114800"/>
          </a:xfrm>
          <a:prstGeom prst="rect">
            <a:avLst/>
          </a:prstGeom>
          <a:noFill/>
          <a:ln>
            <a:noFill/>
          </a:ln>
        </p:spPr>
        <p:txBody>
          <a:bodyPr anchorCtr="0" anchor="t" bIns="45350" lIns="90700" spcFirstLastPara="1" rIns="90700" wrap="square" tIns="45350">
            <a:noAutofit/>
          </a:bodyPr>
          <a:lstStyle/>
          <a:p>
            <a:pPr indent="0" lvl="0" marL="0" rtl="0" algn="l">
              <a:spcBef>
                <a:spcPts val="0"/>
              </a:spcBef>
              <a:spcAft>
                <a:spcPts val="0"/>
              </a:spcAft>
              <a:buNone/>
            </a:pPr>
            <a:r>
              <a:t/>
            </a:r>
            <a:endParaRPr/>
          </a:p>
        </p:txBody>
      </p:sp>
      <p:sp>
        <p:nvSpPr>
          <p:cNvPr id="112" name="Google Shape;112;g3cab2f045b1_0_0:notes"/>
          <p:cNvSpPr txBox="1"/>
          <p:nvPr>
            <p:ph idx="12" type="sldNum"/>
          </p:nvPr>
        </p:nvSpPr>
        <p:spPr>
          <a:xfrm>
            <a:off x="3884615" y="8685229"/>
            <a:ext cx="2971800" cy="457200"/>
          </a:xfrm>
          <a:prstGeom prst="rect">
            <a:avLst/>
          </a:prstGeom>
          <a:noFill/>
          <a:ln>
            <a:noFill/>
          </a:ln>
        </p:spPr>
        <p:txBody>
          <a:bodyPr anchorCtr="0" anchor="b" bIns="45350" lIns="90700" spcFirstLastPara="1" rIns="90700" wrap="square" tIns="4535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ab2f045b1_0_149:notes"/>
          <p:cNvSpPr txBox="1"/>
          <p:nvPr>
            <p:ph idx="1" type="body"/>
          </p:nvPr>
        </p:nvSpPr>
        <p:spPr>
          <a:xfrm>
            <a:off x="685801" y="4343409"/>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cab2f045b1_0_149:notes"/>
          <p:cNvSpPr/>
          <p:nvPr>
            <p:ph idx="2" type="sldImg"/>
          </p:nvPr>
        </p:nvSpPr>
        <p:spPr>
          <a:xfrm>
            <a:off x="1893282" y="685965"/>
            <a:ext cx="30714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ab2f045b1_0_88:notes"/>
          <p:cNvSpPr txBox="1"/>
          <p:nvPr>
            <p:ph idx="1" type="body"/>
          </p:nvPr>
        </p:nvSpPr>
        <p:spPr>
          <a:xfrm>
            <a:off x="685801" y="4343409"/>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cab2f045b1_0_88:notes"/>
          <p:cNvSpPr/>
          <p:nvPr>
            <p:ph idx="2" type="sldImg"/>
          </p:nvPr>
        </p:nvSpPr>
        <p:spPr>
          <a:xfrm>
            <a:off x="1893282" y="685965"/>
            <a:ext cx="30714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e7f26735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e7f26735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ab2f045b1_0_159:notes"/>
          <p:cNvSpPr txBox="1"/>
          <p:nvPr>
            <p:ph idx="1" type="body"/>
          </p:nvPr>
        </p:nvSpPr>
        <p:spPr>
          <a:xfrm>
            <a:off x="685801" y="4343409"/>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cab2f045b1_0_159:notes"/>
          <p:cNvSpPr/>
          <p:nvPr>
            <p:ph idx="2" type="sldImg"/>
          </p:nvPr>
        </p:nvSpPr>
        <p:spPr>
          <a:xfrm>
            <a:off x="1893282" y="685965"/>
            <a:ext cx="30714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ab2f045b1_0_179:notes"/>
          <p:cNvSpPr txBox="1"/>
          <p:nvPr>
            <p:ph idx="1" type="body"/>
          </p:nvPr>
        </p:nvSpPr>
        <p:spPr>
          <a:xfrm>
            <a:off x="685801" y="4343409"/>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cab2f045b1_0_179:notes"/>
          <p:cNvSpPr/>
          <p:nvPr>
            <p:ph idx="2" type="sldImg"/>
          </p:nvPr>
        </p:nvSpPr>
        <p:spPr>
          <a:xfrm>
            <a:off x="1893282" y="685965"/>
            <a:ext cx="3071400" cy="342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p:cSld name="Start">
    <p:spTree>
      <p:nvGrpSpPr>
        <p:cNvPr id="50" name="Shape 50"/>
        <p:cNvGrpSpPr/>
        <p:nvPr/>
      </p:nvGrpSpPr>
      <p:grpSpPr>
        <a:xfrm>
          <a:off x="0" y="0"/>
          <a:ext cx="0" cy="0"/>
          <a:chOff x="0" y="0"/>
          <a:chExt cx="0" cy="0"/>
        </a:xfrm>
      </p:grpSpPr>
      <p:sp>
        <p:nvSpPr>
          <p:cNvPr id="51" name="Google Shape;51;p13"/>
          <p:cNvSpPr txBox="1"/>
          <p:nvPr>
            <p:ph idx="1" type="body"/>
          </p:nvPr>
        </p:nvSpPr>
        <p:spPr>
          <a:xfrm>
            <a:off x="319088" y="1484040"/>
            <a:ext cx="8508900" cy="955500"/>
          </a:xfrm>
          <a:prstGeom prst="rect">
            <a:avLst/>
          </a:prstGeom>
          <a:noFill/>
          <a:ln>
            <a:noFill/>
          </a:ln>
        </p:spPr>
        <p:txBody>
          <a:bodyPr anchorCtr="0" anchor="t" bIns="0" lIns="0" spcFirstLastPara="1" rIns="0" wrap="square" tIns="0">
            <a:normAutofit/>
          </a:bodyPr>
          <a:lstStyle>
            <a:lvl1pPr indent="-228600" lvl="0" marL="457200" marR="0" algn="l">
              <a:lnSpc>
                <a:spcPct val="150000"/>
              </a:lnSpc>
              <a:spcBef>
                <a:spcPts val="0"/>
              </a:spcBef>
              <a:spcAft>
                <a:spcPts val="0"/>
              </a:spcAft>
              <a:buSzPts val="18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1200"/>
              </a:spcBef>
              <a:spcAft>
                <a:spcPts val="120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2" name="Google Shape;52;p13"/>
          <p:cNvSpPr/>
          <p:nvPr/>
        </p:nvSpPr>
        <p:spPr>
          <a:xfrm>
            <a:off x="8347635" y="4806203"/>
            <a:ext cx="575100" cy="268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53" name="Google Shape;53;p13"/>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rm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1" type="ftr"/>
          </p:nvPr>
        </p:nvSpPr>
        <p:spPr>
          <a:xfrm>
            <a:off x="311162" y="4854985"/>
            <a:ext cx="7829400" cy="2886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28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28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28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28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28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28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28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28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28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p:cSld name="Inhalt">
    <p:spTree>
      <p:nvGrpSpPr>
        <p:cNvPr id="60" name="Shape 60"/>
        <p:cNvGrpSpPr/>
        <p:nvPr/>
      </p:nvGrpSpPr>
      <p:grpSpPr>
        <a:xfrm>
          <a:off x="0" y="0"/>
          <a:ext cx="0" cy="0"/>
          <a:chOff x="0" y="0"/>
          <a:chExt cx="0" cy="0"/>
        </a:xfrm>
      </p:grpSpPr>
      <p:sp>
        <p:nvSpPr>
          <p:cNvPr id="61" name="Google Shape;61;p15"/>
          <p:cNvSpPr txBox="1"/>
          <p:nvPr>
            <p:ph idx="1" type="body"/>
          </p:nvPr>
        </p:nvSpPr>
        <p:spPr>
          <a:xfrm>
            <a:off x="319090" y="1321641"/>
            <a:ext cx="8508900" cy="3524700"/>
          </a:xfrm>
          <a:prstGeom prst="rect">
            <a:avLst/>
          </a:prstGeom>
          <a:no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2" name="Google Shape;62;p15"/>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5"/>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p:cSld name="Start">
    <p:spTree>
      <p:nvGrpSpPr>
        <p:cNvPr id="65" name="Shape 65"/>
        <p:cNvGrpSpPr/>
        <p:nvPr/>
      </p:nvGrpSpPr>
      <p:grpSpPr>
        <a:xfrm>
          <a:off x="0" y="0"/>
          <a:ext cx="0" cy="0"/>
          <a:chOff x="0" y="0"/>
          <a:chExt cx="0" cy="0"/>
        </a:xfrm>
      </p:grpSpPr>
      <p:sp>
        <p:nvSpPr>
          <p:cNvPr id="66" name="Google Shape;66;p16"/>
          <p:cNvSpPr txBox="1"/>
          <p:nvPr>
            <p:ph idx="1" type="body"/>
          </p:nvPr>
        </p:nvSpPr>
        <p:spPr>
          <a:xfrm>
            <a:off x="319088" y="1484040"/>
            <a:ext cx="8508900" cy="955500"/>
          </a:xfrm>
          <a:prstGeom prst="rect">
            <a:avLst/>
          </a:prstGeom>
          <a:noFill/>
          <a:ln>
            <a:noFill/>
          </a:ln>
        </p:spPr>
        <p:txBody>
          <a:bodyPr anchorCtr="0" anchor="t" bIns="0" lIns="0" spcFirstLastPara="1" rIns="0" wrap="square" tIns="0">
            <a:noAutofit/>
          </a:bodyPr>
          <a:lstStyle>
            <a:lvl1pPr indent="-228600" lvl="0" marL="457200" marR="0" algn="l">
              <a:lnSpc>
                <a:spcPct val="15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7" name="Google Shape;67;p16"/>
          <p:cNvSpPr/>
          <p:nvPr/>
        </p:nvSpPr>
        <p:spPr>
          <a:xfrm>
            <a:off x="8347635" y="4806203"/>
            <a:ext cx="575100" cy="268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68" name="Google Shape;68;p16"/>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69" name="Google Shape;69;p16"/>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 Text">
  <p:cSld name="Inhalt + Text">
    <p:spTree>
      <p:nvGrpSpPr>
        <p:cNvPr id="71" name="Shape 71"/>
        <p:cNvGrpSpPr/>
        <p:nvPr/>
      </p:nvGrpSpPr>
      <p:grpSpPr>
        <a:xfrm>
          <a:off x="0" y="0"/>
          <a:ext cx="0" cy="0"/>
          <a:chOff x="0" y="0"/>
          <a:chExt cx="0" cy="0"/>
        </a:xfrm>
      </p:grpSpPr>
      <p:sp>
        <p:nvSpPr>
          <p:cNvPr id="72" name="Google Shape;72;p17"/>
          <p:cNvSpPr txBox="1"/>
          <p:nvPr>
            <p:ph idx="1" type="body"/>
          </p:nvPr>
        </p:nvSpPr>
        <p:spPr>
          <a:xfrm>
            <a:off x="319090" y="1874520"/>
            <a:ext cx="8508900" cy="2971800"/>
          </a:xfrm>
          <a:prstGeom prst="rect">
            <a:avLst/>
          </a:prstGeom>
          <a:solidFill>
            <a:schemeClr val="lt1"/>
          </a:solid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3" name="Google Shape;73;p17"/>
          <p:cNvSpPr txBox="1"/>
          <p:nvPr>
            <p:ph idx="12" type="sldNum"/>
          </p:nvPr>
        </p:nvSpPr>
        <p:spPr>
          <a:xfrm>
            <a:off x="6774934" y="4854985"/>
            <a:ext cx="2052000" cy="273900"/>
          </a:xfrm>
          <a:prstGeom prst="rect">
            <a:avLst/>
          </a:prstGeom>
          <a:solidFill>
            <a:schemeClr val="lt1"/>
          </a:solid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7"/>
          <p:cNvSpPr txBox="1"/>
          <p:nvPr>
            <p:ph idx="11" type="ftr"/>
          </p:nvPr>
        </p:nvSpPr>
        <p:spPr>
          <a:xfrm>
            <a:off x="311162" y="4854985"/>
            <a:ext cx="6464400" cy="273900"/>
          </a:xfrm>
          <a:prstGeom prst="rect">
            <a:avLst/>
          </a:prstGeom>
          <a:solidFill>
            <a:schemeClr val="lt1"/>
          </a:solid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2" type="body"/>
          </p:nvPr>
        </p:nvSpPr>
        <p:spPr>
          <a:xfrm>
            <a:off x="319089" y="1321641"/>
            <a:ext cx="8508900" cy="536100"/>
          </a:xfrm>
          <a:prstGeom prst="rect">
            <a:avLst/>
          </a:prstGeom>
          <a:solidFill>
            <a:schemeClr val="lt1"/>
          </a:solid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6" name="Google Shape;76;p17"/>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p:cSld name="zwei Inhalte">
    <p:spTree>
      <p:nvGrpSpPr>
        <p:cNvPr id="77" name="Shape 77"/>
        <p:cNvGrpSpPr/>
        <p:nvPr/>
      </p:nvGrpSpPr>
      <p:grpSpPr>
        <a:xfrm>
          <a:off x="0" y="0"/>
          <a:ext cx="0" cy="0"/>
          <a:chOff x="0" y="0"/>
          <a:chExt cx="0" cy="0"/>
        </a:xfrm>
      </p:grpSpPr>
      <p:sp>
        <p:nvSpPr>
          <p:cNvPr id="78" name="Google Shape;78;p18"/>
          <p:cNvSpPr txBox="1"/>
          <p:nvPr>
            <p:ph idx="1" type="body"/>
          </p:nvPr>
        </p:nvSpPr>
        <p:spPr>
          <a:xfrm>
            <a:off x="319091" y="1321641"/>
            <a:ext cx="4180800" cy="3515700"/>
          </a:xfrm>
          <a:prstGeom prst="rect">
            <a:avLst/>
          </a:prstGeom>
          <a:no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79" name="Google Shape;79;p18"/>
          <p:cNvSpPr txBox="1"/>
          <p:nvPr>
            <p:ph idx="2" type="body"/>
          </p:nvPr>
        </p:nvSpPr>
        <p:spPr>
          <a:xfrm>
            <a:off x="4647179" y="1321641"/>
            <a:ext cx="4180800" cy="3515700"/>
          </a:xfrm>
          <a:prstGeom prst="rect">
            <a:avLst/>
          </a:prstGeom>
          <a:no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14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0" name="Google Shape;80;p18"/>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8"/>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 Text">
  <p:cSld name="Zwei Inhalte + Text">
    <p:spTree>
      <p:nvGrpSpPr>
        <p:cNvPr id="83" name="Shape 83"/>
        <p:cNvGrpSpPr/>
        <p:nvPr/>
      </p:nvGrpSpPr>
      <p:grpSpPr>
        <a:xfrm>
          <a:off x="0" y="0"/>
          <a:ext cx="0" cy="0"/>
          <a:chOff x="0" y="0"/>
          <a:chExt cx="0" cy="0"/>
        </a:xfrm>
      </p:grpSpPr>
      <p:sp>
        <p:nvSpPr>
          <p:cNvPr id="84" name="Google Shape;84;p19"/>
          <p:cNvSpPr txBox="1"/>
          <p:nvPr>
            <p:ph idx="1" type="body"/>
          </p:nvPr>
        </p:nvSpPr>
        <p:spPr>
          <a:xfrm>
            <a:off x="319089" y="1321641"/>
            <a:ext cx="8508900" cy="536100"/>
          </a:xfrm>
          <a:prstGeom prst="rect">
            <a:avLst/>
          </a:prstGeom>
          <a:no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5" name="Google Shape;85;p19"/>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9"/>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9"/>
          <p:cNvSpPr txBox="1"/>
          <p:nvPr>
            <p:ph idx="2" type="body"/>
          </p:nvPr>
        </p:nvSpPr>
        <p:spPr>
          <a:xfrm>
            <a:off x="316992" y="1863000"/>
            <a:ext cx="4242900" cy="2981100"/>
          </a:xfrm>
          <a:prstGeom prst="rect">
            <a:avLst/>
          </a:prstGeom>
          <a:noFill/>
          <a:ln>
            <a:noFill/>
          </a:ln>
        </p:spPr>
        <p:txBody>
          <a:bodyPr anchorCtr="0" anchor="t" bIns="45700" lIns="0" spcFirstLastPara="1" rIns="0" wrap="square" tIns="45700">
            <a:noAutofit/>
          </a:bodyPr>
          <a:lstStyle>
            <a:lvl1pPr indent="-228600" lvl="0" marL="457200" marR="0" algn="l">
              <a:lnSpc>
                <a:spcPct val="10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8" name="Google Shape;88;p19"/>
          <p:cNvSpPr/>
          <p:nvPr>
            <p:ph idx="3" type="pic"/>
          </p:nvPr>
        </p:nvSpPr>
        <p:spPr>
          <a:xfrm>
            <a:off x="4584192" y="1863090"/>
            <a:ext cx="4244400" cy="2980800"/>
          </a:xfrm>
          <a:prstGeom prst="rect">
            <a:avLst/>
          </a:prstGeom>
          <a:noFill/>
          <a:ln>
            <a:noFill/>
          </a:ln>
        </p:spPr>
      </p:sp>
      <p:sp>
        <p:nvSpPr>
          <p:cNvPr id="89" name="Google Shape;89;p19"/>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 Text (Hintergrund)">
  <p:cSld name="Zwei Inhalte + Text (Hintergrund)">
    <p:spTree>
      <p:nvGrpSpPr>
        <p:cNvPr id="90" name="Shape 90"/>
        <p:cNvGrpSpPr/>
        <p:nvPr/>
      </p:nvGrpSpPr>
      <p:grpSpPr>
        <a:xfrm>
          <a:off x="0" y="0"/>
          <a:ext cx="0" cy="0"/>
          <a:chOff x="0" y="0"/>
          <a:chExt cx="0" cy="0"/>
        </a:xfrm>
      </p:grpSpPr>
      <p:sp>
        <p:nvSpPr>
          <p:cNvPr id="91" name="Google Shape;91;p20"/>
          <p:cNvSpPr/>
          <p:nvPr/>
        </p:nvSpPr>
        <p:spPr>
          <a:xfrm>
            <a:off x="0" y="1857854"/>
            <a:ext cx="9144000" cy="328560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92" name="Google Shape;92;p20"/>
          <p:cNvSpPr txBox="1"/>
          <p:nvPr>
            <p:ph idx="1" type="body"/>
          </p:nvPr>
        </p:nvSpPr>
        <p:spPr>
          <a:xfrm>
            <a:off x="319089" y="1321641"/>
            <a:ext cx="8508900" cy="536100"/>
          </a:xfrm>
          <a:prstGeom prst="rect">
            <a:avLst/>
          </a:prstGeom>
          <a:no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3" name="Google Shape;93;p20"/>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0"/>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0"/>
          <p:cNvSpPr txBox="1"/>
          <p:nvPr>
            <p:ph idx="2" type="body"/>
          </p:nvPr>
        </p:nvSpPr>
        <p:spPr>
          <a:xfrm>
            <a:off x="316992" y="1863000"/>
            <a:ext cx="4242900" cy="2981100"/>
          </a:xfrm>
          <a:prstGeom prst="rect">
            <a:avLst/>
          </a:prstGeom>
          <a:noFill/>
          <a:ln>
            <a:noFill/>
          </a:ln>
        </p:spPr>
        <p:txBody>
          <a:bodyPr anchorCtr="0" anchor="t" bIns="45700" lIns="0" spcFirstLastPara="1" rIns="0" wrap="square" tIns="45700">
            <a:noAutofit/>
          </a:bodyPr>
          <a:lstStyle>
            <a:lvl1pPr indent="-228600" lvl="0" marL="457200" marR="0" algn="l">
              <a:lnSpc>
                <a:spcPct val="100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25000"/>
              </a:lnSpc>
              <a:spcBef>
                <a:spcPts val="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6" name="Google Shape;96;p20"/>
          <p:cNvSpPr/>
          <p:nvPr>
            <p:ph idx="3" type="pic"/>
          </p:nvPr>
        </p:nvSpPr>
        <p:spPr>
          <a:xfrm>
            <a:off x="4584192" y="1863090"/>
            <a:ext cx="4244400" cy="2980800"/>
          </a:xfrm>
          <a:prstGeom prst="rect">
            <a:avLst/>
          </a:prstGeom>
          <a:noFill/>
          <a:ln>
            <a:noFill/>
          </a:ln>
        </p:spPr>
      </p:sp>
      <p:sp>
        <p:nvSpPr>
          <p:cNvPr id="97" name="Google Shape;97;p20"/>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ße Bilder">
  <p:cSld name="große Bilder">
    <p:spTree>
      <p:nvGrpSpPr>
        <p:cNvPr id="98" name="Shape 98"/>
        <p:cNvGrpSpPr/>
        <p:nvPr/>
      </p:nvGrpSpPr>
      <p:grpSpPr>
        <a:xfrm>
          <a:off x="0" y="0"/>
          <a:ext cx="0" cy="0"/>
          <a:chOff x="0" y="0"/>
          <a:chExt cx="0" cy="0"/>
        </a:xfrm>
      </p:grpSpPr>
      <p:sp>
        <p:nvSpPr>
          <p:cNvPr id="99" name="Google Shape;99;p21"/>
          <p:cNvSpPr txBox="1"/>
          <p:nvPr>
            <p:ph idx="1" type="body"/>
          </p:nvPr>
        </p:nvSpPr>
        <p:spPr>
          <a:xfrm>
            <a:off x="319089" y="1321641"/>
            <a:ext cx="8508900" cy="536100"/>
          </a:xfrm>
          <a:prstGeom prst="rect">
            <a:avLst/>
          </a:prstGeom>
          <a:noFill/>
          <a:ln>
            <a:noFill/>
          </a:ln>
        </p:spPr>
        <p:txBody>
          <a:bodyPr anchorCtr="0" anchor="t" bIns="0" lIns="0" spcFirstLastPara="1" rIns="0" wrap="square" tIns="0">
            <a:noAutofit/>
          </a:bodyPr>
          <a:lstStyle>
            <a:lvl1pPr indent="-228600" lvl="0" marL="457200" marR="0" algn="l">
              <a:lnSpc>
                <a:spcPct val="114000"/>
              </a:lnSpc>
              <a:spcBef>
                <a:spcPts val="0"/>
              </a:spcBef>
              <a:spcAft>
                <a:spcPts val="0"/>
              </a:spcAft>
              <a:buSzPts val="1400"/>
              <a:buNone/>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3pPr>
            <a:lvl4pPr indent="-317500" lvl="3" marL="18288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4pPr>
            <a:lvl5pPr indent="-317500" lvl="4" marL="2286000" marR="0" algn="l">
              <a:lnSpc>
                <a:spcPct val="125000"/>
              </a:lnSpc>
              <a:spcBef>
                <a:spcPts val="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0" name="Google Shape;100;p21"/>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1"/>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1"/>
          <p:cNvSpPr/>
          <p:nvPr>
            <p:ph idx="2" type="pic"/>
          </p:nvPr>
        </p:nvSpPr>
        <p:spPr>
          <a:xfrm>
            <a:off x="0" y="1857375"/>
            <a:ext cx="9144000" cy="3286200"/>
          </a:xfrm>
          <a:prstGeom prst="rect">
            <a:avLst/>
          </a:prstGeom>
          <a:noFill/>
          <a:ln>
            <a:noFill/>
          </a:ln>
        </p:spPr>
      </p:sp>
      <p:sp>
        <p:nvSpPr>
          <p:cNvPr id="103" name="Google Shape;103;p21"/>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er formatfüllend">
  <p:cSld name="Bilder formatfüllend">
    <p:spTree>
      <p:nvGrpSpPr>
        <p:cNvPr id="104" name="Shape 104"/>
        <p:cNvGrpSpPr/>
        <p:nvPr/>
      </p:nvGrpSpPr>
      <p:grpSpPr>
        <a:xfrm>
          <a:off x="0" y="0"/>
          <a:ext cx="0" cy="0"/>
          <a:chOff x="0" y="0"/>
          <a:chExt cx="0" cy="0"/>
        </a:xfrm>
      </p:grpSpPr>
      <p:sp>
        <p:nvSpPr>
          <p:cNvPr id="105" name="Google Shape;105;p22"/>
          <p:cNvSpPr/>
          <p:nvPr>
            <p:ph idx="2" type="pic"/>
          </p:nvPr>
        </p:nvSpPr>
        <p:spPr>
          <a:xfrm>
            <a:off x="0" y="1268730"/>
            <a:ext cx="9144000" cy="3874800"/>
          </a:xfrm>
          <a:prstGeom prst="rect">
            <a:avLst/>
          </a:prstGeom>
          <a:noFill/>
          <a:ln>
            <a:noFill/>
          </a:ln>
        </p:spPr>
      </p:sp>
      <p:sp>
        <p:nvSpPr>
          <p:cNvPr id="106" name="Google Shape;106;p22"/>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22"/>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2"/>
          <p:cNvSpPr txBox="1"/>
          <p:nvPr>
            <p:ph type="title"/>
          </p:nvPr>
        </p:nvSpPr>
        <p:spPr>
          <a:xfrm>
            <a:off x="319090" y="745751"/>
            <a:ext cx="8508900" cy="307800"/>
          </a:xfrm>
          <a:prstGeom prst="rect">
            <a:avLst/>
          </a:prstGeom>
          <a:noFill/>
          <a:ln>
            <a:noFill/>
          </a:ln>
        </p:spPr>
        <p:txBody>
          <a:bodyPr anchorCtr="0" anchor="t" bIns="0" lIns="0" spcFirstLastPara="1" rIns="0" wrap="square" tIns="0">
            <a:spAutoFit/>
          </a:bodyPr>
          <a:lstStyle>
            <a:lvl1pPr lvl="0" marR="0" algn="l">
              <a:lnSpc>
                <a:spcPct val="106666"/>
              </a:lnSpc>
              <a:spcBef>
                <a:spcPts val="0"/>
              </a:spcBef>
              <a:spcAft>
                <a:spcPts val="0"/>
              </a:spcAft>
              <a:buSzPts val="1400"/>
              <a:buNone/>
              <a:defRPr b="0" i="0" sz="30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1" i="0" sz="2000" u="none" cap="none" strike="noStrike">
                <a:solidFill>
                  <a:schemeClr val="dk2"/>
                </a:solidFill>
                <a:latin typeface="Arial"/>
                <a:ea typeface="Arial"/>
                <a:cs typeface="Arial"/>
                <a:sym typeface="Arial"/>
              </a:defRPr>
            </a:lvl2pPr>
            <a:lvl3pPr lvl="2" marR="0" algn="l">
              <a:spcBef>
                <a:spcPts val="0"/>
              </a:spcBef>
              <a:spcAft>
                <a:spcPts val="0"/>
              </a:spcAft>
              <a:buSzPts val="1400"/>
              <a:buNone/>
              <a:defRPr b="1" i="0" sz="2000" u="none" cap="none" strike="noStrike">
                <a:solidFill>
                  <a:schemeClr val="dk2"/>
                </a:solidFill>
                <a:latin typeface="Arial"/>
                <a:ea typeface="Arial"/>
                <a:cs typeface="Arial"/>
                <a:sym typeface="Arial"/>
              </a:defRPr>
            </a:lvl3pPr>
            <a:lvl4pPr lvl="3" marR="0" algn="l">
              <a:spcBef>
                <a:spcPts val="0"/>
              </a:spcBef>
              <a:spcAft>
                <a:spcPts val="0"/>
              </a:spcAft>
              <a:buSzPts val="1400"/>
              <a:buNone/>
              <a:defRPr b="1" i="0" sz="2000" u="none" cap="none" strike="noStrike">
                <a:solidFill>
                  <a:schemeClr val="dk2"/>
                </a:solidFill>
                <a:latin typeface="Arial"/>
                <a:ea typeface="Arial"/>
                <a:cs typeface="Arial"/>
                <a:sym typeface="Arial"/>
              </a:defRPr>
            </a:lvl4pPr>
            <a:lvl5pPr lvl="4" marR="0" algn="l">
              <a:spcBef>
                <a:spcPts val="0"/>
              </a:spcBef>
              <a:spcAft>
                <a:spcPts val="0"/>
              </a:spcAft>
              <a:buSzPts val="1400"/>
              <a:buNone/>
              <a:defRPr b="1" i="0" sz="2000" u="none" cap="none" strike="noStrike">
                <a:solidFill>
                  <a:schemeClr val="dk2"/>
                </a:solidFill>
                <a:latin typeface="Arial"/>
                <a:ea typeface="Arial"/>
                <a:cs typeface="Arial"/>
                <a:sym typeface="Arial"/>
              </a:defRPr>
            </a:lvl5pPr>
            <a:lvl6pPr lvl="5" marR="0" algn="l">
              <a:spcBef>
                <a:spcPts val="0"/>
              </a:spcBef>
              <a:spcAft>
                <a:spcPts val="0"/>
              </a:spcAft>
              <a:buSzPts val="1400"/>
              <a:buNone/>
              <a:defRPr b="1" i="0" sz="2000" u="none" cap="none" strike="noStrike">
                <a:solidFill>
                  <a:schemeClr val="dk2"/>
                </a:solidFill>
                <a:latin typeface="Arial"/>
                <a:ea typeface="Arial"/>
                <a:cs typeface="Arial"/>
                <a:sym typeface="Arial"/>
              </a:defRPr>
            </a:lvl6pPr>
            <a:lvl7pPr lvl="6" marR="0" algn="l">
              <a:spcBef>
                <a:spcPts val="0"/>
              </a:spcBef>
              <a:spcAft>
                <a:spcPts val="0"/>
              </a:spcAft>
              <a:buSzPts val="1400"/>
              <a:buNone/>
              <a:defRPr b="1" i="0" sz="2000" u="none" cap="none" strike="noStrike">
                <a:solidFill>
                  <a:schemeClr val="dk2"/>
                </a:solidFill>
                <a:latin typeface="Arial"/>
                <a:ea typeface="Arial"/>
                <a:cs typeface="Arial"/>
                <a:sym typeface="Arial"/>
              </a:defRPr>
            </a:lvl7pPr>
            <a:lvl8pPr lvl="7" marR="0" algn="l">
              <a:spcBef>
                <a:spcPts val="0"/>
              </a:spcBef>
              <a:spcAft>
                <a:spcPts val="0"/>
              </a:spcAft>
              <a:buSzPts val="1400"/>
              <a:buNone/>
              <a:defRPr b="1" i="0" sz="2000" u="none" cap="none" strike="noStrike">
                <a:solidFill>
                  <a:schemeClr val="dk2"/>
                </a:solidFill>
                <a:latin typeface="Arial"/>
                <a:ea typeface="Arial"/>
                <a:cs typeface="Arial"/>
                <a:sym typeface="Arial"/>
              </a:defRPr>
            </a:lvl8pPr>
            <a:lvl9pPr lvl="8" marR="0" algn="l">
              <a:spcBef>
                <a:spcPts val="0"/>
              </a:spcBef>
              <a:spcAft>
                <a:spcPts val="0"/>
              </a:spcAft>
              <a:buSzPts val="1400"/>
              <a:buNone/>
              <a:defRPr b="1" i="0" sz="2000" u="none" cap="none" strike="noStrike">
                <a:solidFill>
                  <a:schemeClr val="dk2"/>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3.xml"/><Relationship Id="rId1" Type="http://schemas.openxmlformats.org/officeDocument/2006/relationships/image" Target="../media/image3.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pic>
        <p:nvPicPr>
          <p:cNvPr descr="20150416 tum logo blau png final.png" id="57" name="Google Shape;57;p14"/>
          <p:cNvPicPr preferRelativeResize="0"/>
          <p:nvPr/>
        </p:nvPicPr>
        <p:blipFill rotWithShape="1">
          <a:blip r:embed="rId1">
            <a:alphaModFix/>
          </a:blip>
          <a:srcRect b="0" l="0" r="0" t="0"/>
          <a:stretch/>
        </p:blipFill>
        <p:spPr>
          <a:xfrm>
            <a:off x="8218411" y="243514"/>
            <a:ext cx="456266" cy="240301"/>
          </a:xfrm>
          <a:prstGeom prst="rect">
            <a:avLst/>
          </a:prstGeom>
          <a:noFill/>
          <a:ln>
            <a:noFill/>
          </a:ln>
        </p:spPr>
      </p:pic>
      <p:sp>
        <p:nvSpPr>
          <p:cNvPr id="58" name="Google Shape;58;p14"/>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lvl1pPr indent="0" lvl="0" marL="0" marR="0" algn="r">
              <a:spcBef>
                <a:spcPts val="0"/>
              </a:spcBef>
              <a:spcAft>
                <a:spcPts val="0"/>
              </a:spcAft>
              <a:buNone/>
              <a:defRPr b="0" i="0" sz="12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2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2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2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2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2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2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2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11" type="ftr"/>
          </p:nvPr>
        </p:nvSpPr>
        <p:spPr>
          <a:xfrm>
            <a:off x="311162" y="4854985"/>
            <a:ext cx="6464400" cy="273900"/>
          </a:xfrm>
          <a:prstGeom prst="rect">
            <a:avLst/>
          </a:prstGeom>
          <a:noFill/>
          <a:ln>
            <a:noFill/>
          </a:ln>
        </p:spPr>
        <p:txBody>
          <a:bodyPr anchorCtr="0" anchor="ctr" bIns="45700" lIns="0" spcFirstLastPara="1" rIns="0" wrap="square" tIns="45700">
            <a:noAutofit/>
          </a:bodyPr>
          <a:lstStyle>
            <a:lvl1pPr lvl="0" marR="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drive.google.com/file/d/1O-30-lmxBtJS3LEftRH0HIpiz7oGKbAz/view"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9090" y="745751"/>
            <a:ext cx="8508900" cy="1385400"/>
          </a:xfrm>
          <a:prstGeom prst="rect">
            <a:avLst/>
          </a:prstGeom>
          <a:noFill/>
          <a:ln>
            <a:noFill/>
          </a:ln>
        </p:spPr>
        <p:txBody>
          <a:bodyPr anchorCtr="0" anchor="t" bIns="0" lIns="0" spcFirstLastPara="1" rIns="0" wrap="square" tIns="0">
            <a:spAutoFit/>
          </a:bodyPr>
          <a:lstStyle/>
          <a:p>
            <a:pPr indent="0" lvl="0" marL="0" rtl="0" algn="l">
              <a:lnSpc>
                <a:spcPct val="133333"/>
              </a:lnSpc>
              <a:spcBef>
                <a:spcPts val="0"/>
              </a:spcBef>
              <a:spcAft>
                <a:spcPts val="0"/>
              </a:spcAft>
              <a:buNone/>
            </a:pPr>
            <a:r>
              <a:rPr b="1" lang="en" sz="2400"/>
              <a:t>Project Teaser: </a:t>
            </a:r>
            <a:r>
              <a:rPr b="1" lang="en" sz="2400"/>
              <a:t>Wired Plantar Pressure Measurement System (Footsole) </a:t>
            </a:r>
            <a:endParaRPr b="1" sz="2400"/>
          </a:p>
          <a:p>
            <a:pPr indent="0" lvl="0" marL="0" rtl="0" algn="l">
              <a:lnSpc>
                <a:spcPct val="115000"/>
              </a:lnSpc>
              <a:spcBef>
                <a:spcPts val="0"/>
              </a:spcBef>
              <a:spcAft>
                <a:spcPts val="300"/>
              </a:spcAft>
              <a:buClr>
                <a:schemeClr val="dk1"/>
              </a:buClr>
              <a:buSzPts val="1100"/>
              <a:buFont typeface="Arial"/>
              <a:buNone/>
            </a:pPr>
            <a:r>
              <a:rPr b="1" lang="en" sz="2600"/>
              <a:t>for Nodal Foot Sensing</a:t>
            </a:r>
            <a:r>
              <a:rPr lang="en" sz="2600"/>
              <a:t> </a:t>
            </a:r>
            <a:endParaRPr sz="2400"/>
          </a:p>
        </p:txBody>
      </p:sp>
      <p:pic>
        <p:nvPicPr>
          <p:cNvPr descr="TUM_Glockenturm.tif" id="115" name="Google Shape;115;p23"/>
          <p:cNvPicPr preferRelativeResize="0"/>
          <p:nvPr/>
        </p:nvPicPr>
        <p:blipFill rotWithShape="1">
          <a:blip r:embed="rId3">
            <a:alphaModFix/>
          </a:blip>
          <a:srcRect b="0" l="0" r="0" t="0"/>
          <a:stretch/>
        </p:blipFill>
        <p:spPr>
          <a:xfrm>
            <a:off x="4825000" y="1506450"/>
            <a:ext cx="4003000" cy="3493850"/>
          </a:xfrm>
          <a:prstGeom prst="rect">
            <a:avLst/>
          </a:prstGeom>
          <a:noFill/>
          <a:ln>
            <a:noFill/>
          </a:ln>
        </p:spPr>
      </p:pic>
      <p:sp>
        <p:nvSpPr>
          <p:cNvPr id="116" name="Google Shape;116;p23"/>
          <p:cNvSpPr txBox="1"/>
          <p:nvPr>
            <p:ph idx="1" type="body"/>
          </p:nvPr>
        </p:nvSpPr>
        <p:spPr>
          <a:xfrm>
            <a:off x="319100" y="3741525"/>
            <a:ext cx="4775400" cy="1547700"/>
          </a:xfrm>
          <a:prstGeom prst="rect">
            <a:avLst/>
          </a:prstGeom>
          <a:noFill/>
          <a:ln>
            <a:noFill/>
          </a:ln>
        </p:spPr>
        <p:txBody>
          <a:bodyPr anchorCtr="0" anchor="t" bIns="0" lIns="0" spcFirstLastPara="1" rIns="0" wrap="square" tIns="0">
            <a:normAutofit fontScale="40000"/>
          </a:bodyPr>
          <a:lstStyle/>
          <a:p>
            <a:pPr indent="0" lvl="0" marL="0" rtl="0" algn="l">
              <a:lnSpc>
                <a:spcPct val="150000"/>
              </a:lnSpc>
              <a:spcBef>
                <a:spcPts val="0"/>
              </a:spcBef>
              <a:spcAft>
                <a:spcPts val="0"/>
              </a:spcAft>
              <a:buNone/>
            </a:pPr>
            <a:r>
              <a:rPr b="1" lang="en" sz="4451"/>
              <a:t>Ahmed Abdeldayem, Francesco Orlandi, Isaiah Arias, Le My Linh</a:t>
            </a:r>
            <a:endParaRPr b="1" sz="4451"/>
          </a:p>
          <a:p>
            <a:pPr indent="0" lvl="0" marL="0" rtl="0" algn="l">
              <a:lnSpc>
                <a:spcPct val="150000"/>
              </a:lnSpc>
              <a:spcBef>
                <a:spcPts val="0"/>
              </a:spcBef>
              <a:spcAft>
                <a:spcPts val="0"/>
              </a:spcAft>
              <a:buNone/>
            </a:pPr>
            <a:r>
              <a:rPr b="1" lang="en" sz="3226"/>
              <a:t>Clinical Applications of </a:t>
            </a:r>
            <a:r>
              <a:rPr b="1" lang="en" sz="3226"/>
              <a:t>Computational</a:t>
            </a:r>
            <a:r>
              <a:rPr b="1" lang="en" sz="3226"/>
              <a:t> Medicine (CAoCM)</a:t>
            </a:r>
            <a:endParaRPr b="1" sz="3226"/>
          </a:p>
          <a:p>
            <a:pPr indent="0" lvl="0" marL="0" rtl="0" algn="l">
              <a:lnSpc>
                <a:spcPct val="150000"/>
              </a:lnSpc>
              <a:spcBef>
                <a:spcPts val="0"/>
              </a:spcBef>
              <a:spcAft>
                <a:spcPts val="0"/>
              </a:spcAft>
              <a:buNone/>
            </a:pPr>
            <a:r>
              <a:t/>
            </a:r>
            <a:endParaRPr/>
          </a:p>
        </p:txBody>
      </p:sp>
      <p:pic>
        <p:nvPicPr>
          <p:cNvPr id="117" name="Google Shape;117;p23"/>
          <p:cNvPicPr preferRelativeResize="0"/>
          <p:nvPr/>
        </p:nvPicPr>
        <p:blipFill>
          <a:blip r:embed="rId4">
            <a:alphaModFix/>
          </a:blip>
          <a:stretch>
            <a:fillRect/>
          </a:stretch>
        </p:blipFill>
        <p:spPr>
          <a:xfrm>
            <a:off x="7424425" y="103550"/>
            <a:ext cx="1299700" cy="642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9096" y="904200"/>
            <a:ext cx="4716300" cy="37605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None/>
            </a:pPr>
            <a:r>
              <a:t/>
            </a:r>
            <a:endParaRPr sz="1400">
              <a:latin typeface="Arial"/>
              <a:ea typeface="Arial"/>
              <a:cs typeface="Arial"/>
              <a:sym typeface="Arial"/>
            </a:endParaRPr>
          </a:p>
          <a:p>
            <a:pPr indent="0" lvl="0" marL="0" rtl="0" algn="l">
              <a:lnSpc>
                <a:spcPct val="114000"/>
              </a:lnSpc>
              <a:spcBef>
                <a:spcPts val="0"/>
              </a:spcBef>
              <a:spcAft>
                <a:spcPts val="0"/>
              </a:spcAft>
              <a:buNone/>
            </a:pPr>
            <a:r>
              <a:t/>
            </a:r>
            <a:endParaRPr sz="1400">
              <a:latin typeface="Arial"/>
              <a:ea typeface="Arial"/>
              <a:cs typeface="Arial"/>
              <a:sym typeface="Arial"/>
            </a:endParaRPr>
          </a:p>
          <a:p>
            <a:pPr indent="0" lvl="0" marL="0" rtl="0" algn="l">
              <a:lnSpc>
                <a:spcPct val="114000"/>
              </a:lnSpc>
              <a:spcBef>
                <a:spcPts val="0"/>
              </a:spcBef>
              <a:spcAft>
                <a:spcPts val="0"/>
              </a:spcAft>
              <a:buNone/>
            </a:pPr>
            <a:r>
              <a:rPr lang="en" sz="1400"/>
              <a:t>Modern footwear, while providing protection, significantly alters the natural distribution of plantar pressure on our feet, and therefore our walking. Traditional rubber soles may mask the foot's sensory feedback and force-absorption capabilities, potentially leading to suboptimal movement patterns during high-impact activities. Current analysis oftens a lack of accessible, real-time data comparing these effects. This project utilizes a specialized sensor array to quantify the divergence between barefoot-mimicking mechanics with a leather sole and standard rubber-soled footwear</a:t>
            </a:r>
            <a:endParaRPr sz="1400">
              <a:latin typeface="Arial"/>
              <a:ea typeface="Arial"/>
              <a:cs typeface="Arial"/>
              <a:sym typeface="Arial"/>
            </a:endParaRPr>
          </a:p>
          <a:p>
            <a:pPr indent="-254000" lvl="0" marL="342900" rtl="0" algn="l">
              <a:lnSpc>
                <a:spcPct val="114000"/>
              </a:lnSpc>
              <a:spcBef>
                <a:spcPts val="0"/>
              </a:spcBef>
              <a:spcAft>
                <a:spcPts val="0"/>
              </a:spcAft>
              <a:buClr>
                <a:schemeClr val="dk1"/>
              </a:buClr>
              <a:buSzPts val="1400"/>
              <a:buFont typeface="Arial"/>
              <a:buNone/>
            </a:pPr>
            <a:r>
              <a:t/>
            </a:r>
            <a:endParaRPr sz="1400">
              <a:latin typeface="Arial"/>
              <a:ea typeface="Arial"/>
              <a:cs typeface="Arial"/>
              <a:sym typeface="Arial"/>
            </a:endParaRPr>
          </a:p>
        </p:txBody>
      </p:sp>
      <p:sp>
        <p:nvSpPr>
          <p:cNvPr id="123" name="Google Shape;123;p24"/>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4"/>
          <p:cNvSpPr txBox="1"/>
          <p:nvPr>
            <p:ph type="title"/>
          </p:nvPr>
        </p:nvSpPr>
        <p:spPr>
          <a:xfrm>
            <a:off x="110740" y="239751"/>
            <a:ext cx="8508900" cy="461700"/>
          </a:xfrm>
          <a:prstGeom prst="rect">
            <a:avLst/>
          </a:prstGeom>
          <a:noFill/>
          <a:ln>
            <a:noFill/>
          </a:ln>
        </p:spPr>
        <p:txBody>
          <a:bodyPr anchorCtr="0" anchor="t" bIns="0" lIns="0" spcFirstLastPara="1" rIns="0" wrap="square" tIns="0">
            <a:spAutoFit/>
          </a:bodyPr>
          <a:lstStyle/>
          <a:p>
            <a:pPr indent="0" lvl="0" marL="0" rtl="0" algn="ctr">
              <a:lnSpc>
                <a:spcPct val="106666"/>
              </a:lnSpc>
              <a:spcBef>
                <a:spcPts val="0"/>
              </a:spcBef>
              <a:spcAft>
                <a:spcPts val="0"/>
              </a:spcAft>
              <a:buNone/>
            </a:pPr>
            <a:r>
              <a:rPr b="1" lang="en"/>
              <a:t>Problem Statement</a:t>
            </a:r>
            <a:endParaRPr b="1"/>
          </a:p>
        </p:txBody>
      </p:sp>
      <p:pic>
        <p:nvPicPr>
          <p:cNvPr id="125" name="Google Shape;125;p24"/>
          <p:cNvPicPr preferRelativeResize="0"/>
          <p:nvPr/>
        </p:nvPicPr>
        <p:blipFill>
          <a:blip r:embed="rId3">
            <a:alphaModFix/>
          </a:blip>
          <a:stretch>
            <a:fillRect/>
          </a:stretch>
        </p:blipFill>
        <p:spPr>
          <a:xfrm>
            <a:off x="5023121" y="1101326"/>
            <a:ext cx="3803804" cy="35633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31" name="Google Shape;131;p25"/>
          <p:cNvSpPr txBox="1"/>
          <p:nvPr>
            <p:ph type="title"/>
          </p:nvPr>
        </p:nvSpPr>
        <p:spPr>
          <a:xfrm>
            <a:off x="319090" y="745751"/>
            <a:ext cx="8508900" cy="461700"/>
          </a:xfrm>
          <a:prstGeom prst="rect">
            <a:avLst/>
          </a:prstGeom>
          <a:noFill/>
          <a:ln>
            <a:noFill/>
          </a:ln>
        </p:spPr>
        <p:txBody>
          <a:bodyPr anchorCtr="0" anchor="t" bIns="0" lIns="0" spcFirstLastPara="1" rIns="0" wrap="square" tIns="0">
            <a:spAutoFit/>
          </a:bodyPr>
          <a:lstStyle/>
          <a:p>
            <a:pPr indent="0" lvl="0" marL="0" rtl="0" algn="l">
              <a:lnSpc>
                <a:spcPct val="106666"/>
              </a:lnSpc>
              <a:spcBef>
                <a:spcPts val="0"/>
              </a:spcBef>
              <a:spcAft>
                <a:spcPts val="0"/>
              </a:spcAft>
              <a:buNone/>
            </a:pPr>
            <a:r>
              <a:rPr lang="en" sz="3000"/>
              <a:t>Structure</a:t>
            </a:r>
            <a:endParaRPr/>
          </a:p>
        </p:txBody>
      </p:sp>
      <p:pic>
        <p:nvPicPr>
          <p:cNvPr id="132" name="Google Shape;132;p25"/>
          <p:cNvPicPr preferRelativeResize="0"/>
          <p:nvPr/>
        </p:nvPicPr>
        <p:blipFill>
          <a:blip r:embed="rId3">
            <a:alphaModFix/>
          </a:blip>
          <a:stretch>
            <a:fillRect/>
          </a:stretch>
        </p:blipFill>
        <p:spPr>
          <a:xfrm>
            <a:off x="0" y="19025"/>
            <a:ext cx="9436651" cy="5109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idx="1" type="body"/>
          </p:nvPr>
        </p:nvSpPr>
        <p:spPr>
          <a:xfrm>
            <a:off x="319088" y="1484040"/>
            <a:ext cx="8508900" cy="95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38" name="Google Shape;138;p26"/>
          <p:cNvSpPr txBox="1"/>
          <p:nvPr>
            <p:ph type="title"/>
          </p:nvPr>
        </p:nvSpPr>
        <p:spPr>
          <a:xfrm>
            <a:off x="319090" y="745751"/>
            <a:ext cx="85089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39" name="Google Shape;139;p26" title="cacom.mp4">
            <a:hlinkClick r:id="rId3"/>
          </p:cNvPr>
          <p:cNvPicPr preferRelativeResize="0"/>
          <p:nvPr/>
        </p:nvPicPr>
        <p:blipFill>
          <a:blip r:embed="rId4">
            <a:alphaModFix/>
          </a:blip>
          <a:stretch>
            <a:fillRect/>
          </a:stretch>
        </p:blipFill>
        <p:spPr>
          <a:xfrm>
            <a:off x="1550" y="285750"/>
            <a:ext cx="9143998" cy="4571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7"/>
          <p:cNvSpPr txBox="1"/>
          <p:nvPr>
            <p:ph type="title"/>
          </p:nvPr>
        </p:nvSpPr>
        <p:spPr>
          <a:xfrm>
            <a:off x="3679942" y="329825"/>
            <a:ext cx="1784100" cy="461700"/>
          </a:xfrm>
          <a:prstGeom prst="rect">
            <a:avLst/>
          </a:prstGeom>
          <a:noFill/>
          <a:ln>
            <a:noFill/>
          </a:ln>
        </p:spPr>
        <p:txBody>
          <a:bodyPr anchorCtr="0" anchor="t" bIns="0" lIns="0" spcFirstLastPara="1" rIns="0" wrap="square" tIns="0">
            <a:spAutoFit/>
          </a:bodyPr>
          <a:lstStyle/>
          <a:p>
            <a:pPr indent="0" lvl="0" marL="0" rtl="0" algn="ctr">
              <a:lnSpc>
                <a:spcPct val="106666"/>
              </a:lnSpc>
              <a:spcBef>
                <a:spcPts val="0"/>
              </a:spcBef>
              <a:spcAft>
                <a:spcPts val="0"/>
              </a:spcAft>
              <a:buNone/>
            </a:pPr>
            <a:r>
              <a:rPr b="1" lang="en"/>
              <a:t>Insights</a:t>
            </a:r>
            <a:endParaRPr b="1"/>
          </a:p>
        </p:txBody>
      </p:sp>
      <p:pic>
        <p:nvPicPr>
          <p:cNvPr id="146" name="Google Shape;146;p27"/>
          <p:cNvPicPr preferRelativeResize="0"/>
          <p:nvPr/>
        </p:nvPicPr>
        <p:blipFill>
          <a:blip r:embed="rId3">
            <a:alphaModFix/>
          </a:blip>
          <a:stretch>
            <a:fillRect/>
          </a:stretch>
        </p:blipFill>
        <p:spPr>
          <a:xfrm>
            <a:off x="0" y="1390125"/>
            <a:ext cx="4572000" cy="2427049"/>
          </a:xfrm>
          <a:prstGeom prst="rect">
            <a:avLst/>
          </a:prstGeom>
          <a:noFill/>
          <a:ln>
            <a:noFill/>
          </a:ln>
        </p:spPr>
      </p:pic>
      <p:pic>
        <p:nvPicPr>
          <p:cNvPr id="147" name="Google Shape;147;p27"/>
          <p:cNvPicPr preferRelativeResize="0"/>
          <p:nvPr/>
        </p:nvPicPr>
        <p:blipFill>
          <a:blip r:embed="rId4">
            <a:alphaModFix/>
          </a:blip>
          <a:stretch>
            <a:fillRect/>
          </a:stretch>
        </p:blipFill>
        <p:spPr>
          <a:xfrm>
            <a:off x="4572000" y="1507300"/>
            <a:ext cx="4572000" cy="2309880"/>
          </a:xfrm>
          <a:prstGeom prst="rect">
            <a:avLst/>
          </a:prstGeom>
          <a:noFill/>
          <a:ln>
            <a:noFill/>
          </a:ln>
        </p:spPr>
      </p:pic>
      <p:sp>
        <p:nvSpPr>
          <p:cNvPr id="148" name="Google Shape;148;p27"/>
          <p:cNvSpPr txBox="1"/>
          <p:nvPr/>
        </p:nvSpPr>
        <p:spPr>
          <a:xfrm>
            <a:off x="837800" y="3972025"/>
            <a:ext cx="6813300" cy="9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As seen above the pressure variations upon the fourth </a:t>
            </a:r>
            <a:r>
              <a:rPr lang="en"/>
              <a:t>oscillation</a:t>
            </a:r>
            <a:r>
              <a:rPr lang="en"/>
              <a:t> show a curved (healthier) </a:t>
            </a:r>
            <a:r>
              <a:rPr lang="en"/>
              <a:t>distribution</a:t>
            </a:r>
            <a:r>
              <a:rPr lang="en"/>
              <a:t> of weight while using a leather sole verus with a rubber sole there is a </a:t>
            </a:r>
            <a:r>
              <a:rPr lang="en"/>
              <a:t>significantly higher number of nodes being pressured resembling flat-footed walking.</a:t>
            </a:r>
            <a:endParaRPr/>
          </a:p>
        </p:txBody>
      </p:sp>
      <p:sp>
        <p:nvSpPr>
          <p:cNvPr id="149" name="Google Shape;149;p27"/>
          <p:cNvSpPr txBox="1"/>
          <p:nvPr/>
        </p:nvSpPr>
        <p:spPr>
          <a:xfrm>
            <a:off x="264375" y="1063300"/>
            <a:ext cx="22842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Rubber Sole</a:t>
            </a:r>
            <a:endParaRPr/>
          </a:p>
        </p:txBody>
      </p:sp>
      <p:sp>
        <p:nvSpPr>
          <p:cNvPr id="150" name="Google Shape;150;p27"/>
          <p:cNvSpPr txBox="1"/>
          <p:nvPr/>
        </p:nvSpPr>
        <p:spPr>
          <a:xfrm>
            <a:off x="5366900" y="1063300"/>
            <a:ext cx="22842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Leather Sole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idx="1" type="body"/>
          </p:nvPr>
        </p:nvSpPr>
        <p:spPr>
          <a:xfrm>
            <a:off x="319100" y="904200"/>
            <a:ext cx="7592400" cy="37605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None/>
            </a:pPr>
            <a:r>
              <a:t/>
            </a:r>
            <a:endParaRPr sz="1400">
              <a:latin typeface="Arial"/>
              <a:ea typeface="Arial"/>
              <a:cs typeface="Arial"/>
              <a:sym typeface="Arial"/>
            </a:endParaRPr>
          </a:p>
          <a:p>
            <a:pPr indent="0" lvl="0" marL="0" rtl="0" algn="l">
              <a:lnSpc>
                <a:spcPct val="114000"/>
              </a:lnSpc>
              <a:spcBef>
                <a:spcPts val="0"/>
              </a:spcBef>
              <a:spcAft>
                <a:spcPts val="0"/>
              </a:spcAft>
              <a:buNone/>
            </a:pPr>
            <a:r>
              <a:t/>
            </a:r>
            <a:endParaRPr sz="1400">
              <a:latin typeface="Arial"/>
              <a:ea typeface="Arial"/>
              <a:cs typeface="Arial"/>
              <a:sym typeface="Arial"/>
            </a:endParaRPr>
          </a:p>
          <a:p>
            <a:pPr indent="0" lvl="0" marL="0" rtl="0" algn="l">
              <a:lnSpc>
                <a:spcPct val="115000"/>
              </a:lnSpc>
              <a:spcBef>
                <a:spcPts val="1200"/>
              </a:spcBef>
              <a:spcAft>
                <a:spcPts val="0"/>
              </a:spcAft>
              <a:buNone/>
            </a:pPr>
            <a:r>
              <a:rPr lang="en" sz="1100"/>
              <a:t>By identifying that rubber soles correlate to a high distribution of "flat-footed" pressure, our results highlight a hidden risk factor for:</a:t>
            </a:r>
            <a:endParaRPr sz="1100"/>
          </a:p>
          <a:p>
            <a:pPr indent="-298450" lvl="0" marL="457200" rtl="0" algn="l">
              <a:lnSpc>
                <a:spcPct val="115000"/>
              </a:lnSpc>
              <a:spcBef>
                <a:spcPts val="1200"/>
              </a:spcBef>
              <a:spcAft>
                <a:spcPts val="0"/>
              </a:spcAft>
              <a:buClr>
                <a:schemeClr val="dk1"/>
              </a:buClr>
              <a:buSzPts val="1100"/>
              <a:buChar char="●"/>
            </a:pPr>
            <a:r>
              <a:rPr b="1" lang="en" sz="1100"/>
              <a:t>Plantar Fasciitis:</a:t>
            </a:r>
            <a:r>
              <a:rPr lang="en" sz="1100"/>
              <a:t> Reducing the over-stressing of the foot's arch.</a:t>
            </a:r>
            <a:endParaRPr sz="1100"/>
          </a:p>
          <a:p>
            <a:pPr indent="-298450" lvl="0" marL="457200" rtl="0" algn="l">
              <a:lnSpc>
                <a:spcPct val="115000"/>
              </a:lnSpc>
              <a:spcBef>
                <a:spcPts val="0"/>
              </a:spcBef>
              <a:spcAft>
                <a:spcPts val="0"/>
              </a:spcAft>
              <a:buClr>
                <a:schemeClr val="dk1"/>
              </a:buClr>
              <a:buSzPts val="1100"/>
              <a:buChar char="●"/>
            </a:pPr>
            <a:r>
              <a:rPr b="1" lang="en" sz="1100"/>
              <a:t>Over-pronation:</a:t>
            </a:r>
            <a:r>
              <a:rPr lang="en" sz="1100"/>
              <a:t> Preventing the inward collapse of the foot that leads to knee and hip misalignment.</a:t>
            </a:r>
            <a:endParaRPr sz="1100"/>
          </a:p>
          <a:p>
            <a:pPr indent="-298450" lvl="0" marL="457200" rtl="0" algn="l">
              <a:lnSpc>
                <a:spcPct val="115000"/>
              </a:lnSpc>
              <a:spcBef>
                <a:spcPts val="0"/>
              </a:spcBef>
              <a:spcAft>
                <a:spcPts val="0"/>
              </a:spcAft>
              <a:buClr>
                <a:schemeClr val="dk1"/>
              </a:buClr>
              <a:buSzPts val="1100"/>
              <a:buChar char="●"/>
            </a:pPr>
            <a:r>
              <a:rPr b="1" lang="en" sz="1100"/>
              <a:t>Muscle Atrophy:</a:t>
            </a:r>
            <a:r>
              <a:rPr lang="en" sz="1100"/>
              <a:t> Encouraging the "leather-sole" curved distribution forces the small stabilizing muscles of the foot to engage, rather than becoming "lazy" in a rubber-cushioned environment.</a:t>
            </a:r>
            <a:endParaRPr sz="1400"/>
          </a:p>
          <a:p>
            <a:pPr indent="-254000" lvl="0" marL="342900" rtl="0" algn="l">
              <a:lnSpc>
                <a:spcPct val="114000"/>
              </a:lnSpc>
              <a:spcBef>
                <a:spcPts val="1200"/>
              </a:spcBef>
              <a:spcAft>
                <a:spcPts val="0"/>
              </a:spcAft>
              <a:buClr>
                <a:schemeClr val="dk1"/>
              </a:buClr>
              <a:buSzPts val="1400"/>
              <a:buFont typeface="Arial"/>
              <a:buNone/>
            </a:pPr>
            <a:r>
              <a:t/>
            </a:r>
            <a:endParaRPr sz="1400">
              <a:latin typeface="Arial"/>
              <a:ea typeface="Arial"/>
              <a:cs typeface="Arial"/>
              <a:sym typeface="Arial"/>
            </a:endParaRPr>
          </a:p>
        </p:txBody>
      </p:sp>
      <p:sp>
        <p:nvSpPr>
          <p:cNvPr id="156" name="Google Shape;156;p28"/>
          <p:cNvSpPr txBox="1"/>
          <p:nvPr>
            <p:ph idx="12" type="sldNum"/>
          </p:nvPr>
        </p:nvSpPr>
        <p:spPr>
          <a:xfrm>
            <a:off x="6774934" y="4854985"/>
            <a:ext cx="2052000" cy="273900"/>
          </a:xfrm>
          <a:prstGeom prst="rect">
            <a:avLst/>
          </a:prstGeom>
          <a:noFill/>
          <a:ln>
            <a:noFill/>
          </a:ln>
        </p:spPr>
        <p:txBody>
          <a:bodyPr anchorCtr="0" anchor="ctr" bIns="45700" lIns="0" spcFirstLastPara="1" rIns="0"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8"/>
          <p:cNvSpPr txBox="1"/>
          <p:nvPr>
            <p:ph type="title"/>
          </p:nvPr>
        </p:nvSpPr>
        <p:spPr>
          <a:xfrm>
            <a:off x="110740" y="239751"/>
            <a:ext cx="8508900" cy="461700"/>
          </a:xfrm>
          <a:prstGeom prst="rect">
            <a:avLst/>
          </a:prstGeom>
          <a:noFill/>
          <a:ln>
            <a:noFill/>
          </a:ln>
        </p:spPr>
        <p:txBody>
          <a:bodyPr anchorCtr="0" anchor="t" bIns="0" lIns="0" spcFirstLastPara="1" rIns="0" wrap="square" tIns="0">
            <a:spAutoFit/>
          </a:bodyPr>
          <a:lstStyle/>
          <a:p>
            <a:pPr indent="0" lvl="0" marL="0" rtl="0" algn="ctr">
              <a:lnSpc>
                <a:spcPct val="106666"/>
              </a:lnSpc>
              <a:spcBef>
                <a:spcPts val="0"/>
              </a:spcBef>
              <a:spcAft>
                <a:spcPts val="0"/>
              </a:spcAft>
              <a:buNone/>
            </a:pPr>
            <a:r>
              <a:rPr b="1" lang="en"/>
              <a:t>Impact</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halt">
  <a:themeElements>
    <a:clrScheme name="TUM">
      <a:dk1>
        <a:srgbClr val="000000"/>
      </a:dk1>
      <a:lt1>
        <a:srgbClr val="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